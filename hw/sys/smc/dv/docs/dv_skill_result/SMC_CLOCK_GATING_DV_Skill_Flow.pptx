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SMC_CLOCK_GATING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93C5FD"/>
                </a:solidFill>
                <a:latin typeface="Calibri"/>
              </a:rPr>
              <a:t>DV Skill 流程總覽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Plan → Impl → Audit → Re-audit / Peer → Milestone 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IP: SMC_CLOCK_GATING   ·   Milestone 範例: P1 (Done)
來源: smc_cg_skill_flow.md   ·   細節: skill1 / skill2 / skill3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目錄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1. 一句話鏈（總覽）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2. 端到端總流程圖（含 re-audit / re-review）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3. Skill 2 re-audit 迴路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4. Skill 3 peer / reverse / re-review 迴路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5. 本 IP 實際時間序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03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6. 角色與產物 / Hard 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7. Skill 1 / 1.5 / 2 / 3 細節流程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8. 迴路決策表與指令模板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9. Milestone 狀態與 Testplan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2/25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0. 一句話鏈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SPEC + Pin → Skill1 → 1.5 → Skill2 → Skill3 → Done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SPEC
+ Pin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83080" y="1645920"/>
            <a:ext cx="256032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57400" y="128016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Skill 1
契約+Approve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474720" y="1645920"/>
            <a:ext cx="256032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49040" y="128016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Skill 1.5
Impl+tokens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66360" y="1645920"/>
            <a:ext cx="256032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40680" y="128016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Skill 2
Audit grade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858000" y="1645920"/>
            <a:ext cx="256032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0" y="128016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Skill 3
Peer audit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49640" y="1645920"/>
            <a:ext cx="256032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23960" y="128016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Owner
Signoff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241280" y="1645920"/>
            <a:ext cx="256032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515600" y="128016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Milestone
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5309"/>
                </a:solidFill>
                <a:latin typeface="Calibri"/>
              </a:rPr>
              <a:t>Skill 2 分支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80360"/>
            <a:ext cx="5303520" cy="640080"/>
          </a:xfrm>
          <a:prstGeom prst="roundRect">
            <a:avLst>
              <a:gd name="adj" fmla="val 12000"/>
            </a:avLst>
          </a:prstGeom>
          <a:solidFill>
            <a:srgbClr val="9A3412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NOT-READY → 1.5 rework → Skill2 re-audit（可多輪）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2880360"/>
            <a:ext cx="5303520" cy="64008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契約錯 → Skill1 amend → 再 1.5 → Skill2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F1239"/>
                </a:solidFill>
                <a:latin typeface="Calibri"/>
              </a:rPr>
              <a:t>Skill 3 分支（全卡 CLOSED 後）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60520"/>
            <a:ext cx="5303520" cy="640080"/>
          </a:xfrm>
          <a:prstGeom prst="roundRect">
            <a:avLst>
              <a:gd name="adj" fmla="val 12000"/>
            </a:avLst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無 reverse → 獨立 reverse inventory → Skill3 re-review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4160520"/>
            <a:ext cx="5303520" cy="640080"/>
          </a:xfrm>
          <a:prstGeom prst="roundRect">
            <a:avLst>
              <a:gd name="adj" fmla="val 12000"/>
            </a:avLst>
          </a:prstGeom>
          <a:solidFill>
            <a:srgbClr val="9A3412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FAIL omission → Skill1 amend → 1.5 → 2 → Skill3 re-review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74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卡住的子 session：CANCELLED 後重開同 skill，不撤回已核准契約。
Hard constraints：禁止 DUT force/deposit；1.5 不評分；2 不改契約；3 不 derive reverse；同 workspace 一次一 sim。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3/25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1. 總流程圖（視覺版 · 上半）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Pin → Skill1 → Approve → 1.5 → Sim → Tokens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828800" cy="10515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Pin confirmed
Pinned SPEC
Quality policy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06039" y="1874520"/>
            <a:ext cx="182880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17520" y="1463040"/>
            <a:ext cx="1828800" cy="105156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Skill 1 Plan
draft FL/Plan/
Cards/packets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92040" y="1874520"/>
            <a:ext cx="182880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5303520" y="1371600"/>
            <a:ext cx="1828800" cy="1188720"/>
          </a:xfrm>
          <a:prstGeom prst="diamond">
            <a:avLst/>
          </a:prstGeom>
          <a:solidFill>
            <a:srgbClr val="9A3412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Owner
approve?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78040" y="1874520"/>
            <a:ext cx="182880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0" y="1463040"/>
            <a:ext cx="1828800" cy="1051560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Skill 1.5 Impl
one approved card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64040" y="1874520"/>
            <a:ext cx="182880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1463040"/>
            <a:ext cx="1828800" cy="1051560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Sim +
kept 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743200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 → fix candidate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回到 Skill 1 draft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0680192" y="2606040"/>
            <a:ext cx="219456" cy="228600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9692640" y="2926080"/>
            <a:ext cx="2103120" cy="1097280"/>
          </a:xfrm>
          <a:prstGeom prst="diamond">
            <a:avLst/>
          </a:prstGeom>
          <a:solidFill>
            <a:srgbClr val="9A3412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All CHK
tokens?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 (contract)
→ Skill1 Amend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38912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 (impl bug)
→ Skill1.5 Rework → re-run sim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38912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YES
→ Skill 2 Fresh audit (NEW 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Amend 路徑返回 Skill1 draft（再 approve 後進 1.5）。Rework 後以新 kept log 進 Skill2。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4/25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1. 總流程圖（視覺版 · 下半）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Skill2 grade → cards loop → Skill3 peer → Done</a:t>
            </a:r>
          </a:p>
        </p:txBody>
      </p:sp>
      <p:sp>
        <p:nvSpPr>
          <p:cNvPr id="4" name="Diamond 3"/>
          <p:cNvSpPr/>
          <p:nvPr/>
        </p:nvSpPr>
        <p:spPr>
          <a:xfrm>
            <a:off x="457200" y="1280160"/>
            <a:ext cx="2194560" cy="1280160"/>
          </a:xfrm>
          <a:prstGeom prst="diamond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Skill2
Grade result?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188720"/>
            <a:ext cx="2286000" cy="640080"/>
          </a:xfrm>
          <a:prstGeom prst="roundRect">
            <a:avLst>
              <a:gd name="adj" fmla="val 12000"/>
            </a:avLst>
          </a:prstGeom>
          <a:solidFill>
            <a:srgbClr val="9A3412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NOT-READY
class FIND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965960"/>
            <a:ext cx="2286000" cy="640080"/>
          </a:xfrm>
          <a:prstGeom prst="roundRect">
            <a:avLst>
              <a:gd name="adj" fmla="val 12000"/>
            </a:avLst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CLOSED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743200"/>
            <a:ext cx="2286000" cy="6400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stalled → Cancel
+ relaunch Skill2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051560"/>
            <a:ext cx="2560320" cy="640080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impl → Rework 1.5
→ new log → re-audit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828800"/>
            <a:ext cx="2560320" cy="64008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contract → Amend
→ Skill1</a:t>
            </a:r>
          </a:p>
        </p:txBody>
      </p:sp>
      <p:sp>
        <p:nvSpPr>
          <p:cNvPr id="10" name="Diamond 9"/>
          <p:cNvSpPr/>
          <p:nvPr/>
        </p:nvSpPr>
        <p:spPr>
          <a:xfrm>
            <a:off x="8686800" y="1737360"/>
            <a:ext cx="2560320" cy="1188720"/>
          </a:xfrm>
          <a:prstGeom prst="diamond">
            <a:avLst/>
          </a:prstGeom>
          <a:solidFill>
            <a:srgbClr val="9A3412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More cards
open?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3108960"/>
            <a:ext cx="2377440" cy="594360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yes → Skill1.5 next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3794760"/>
            <a:ext cx="2377440" cy="594360"/>
          </a:xfrm>
          <a:prstGeom prst="roundRect">
            <a:avLst>
              <a:gd name="adj" fmla="val 12000"/>
            </a:avLst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 → Skill3 Fresh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2560320" cy="731520"/>
          </a:xfrm>
          <a:prstGeom prst="roundRect">
            <a:avLst>
              <a:gd name="adj" fmla="val 12000"/>
            </a:avLst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Skill 3 Peer
audit</a:t>
            </a:r>
          </a:p>
        </p:txBody>
      </p:sp>
      <p:sp>
        <p:nvSpPr>
          <p:cNvPr id="14" name="Diamond 13"/>
          <p:cNvSpPr/>
          <p:nvPr/>
        </p:nvSpPr>
        <p:spPr>
          <a:xfrm>
            <a:off x="3291840" y="3657600"/>
            <a:ext cx="2194560" cy="1097280"/>
          </a:xfrm>
          <a:prstGeom prst="diamond">
            <a:avLst/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Peer
result?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3383280"/>
            <a:ext cx="2468880" cy="50292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INSUFF → Reverse inv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3977639"/>
            <a:ext cx="2468880" cy="502920"/>
          </a:xfrm>
          <a:prstGeom prst="roundRect">
            <a:avLst>
              <a:gd name="adj" fmla="val 12000"/>
            </a:avLst>
          </a:prstGeom>
          <a:solidFill>
            <a:srgbClr val="9A3412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FAIL omission → Amend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4572000"/>
            <a:ext cx="2468880" cy="502920"/>
          </a:xfrm>
          <a:prstGeom prst="roundRect">
            <a:avLst>
              <a:gd name="adj" fmla="val 12000"/>
            </a:avLst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PASS → Owner signoff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5166360"/>
            <a:ext cx="2468880" cy="50292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stalled → relaunch S3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457200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Owner signoff
→ Milestone 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FAIL omission 後：Skill1 Amend → 1.5 → S2 → Skill3 re-review。INSUFFICIENT：獨立 Skill1 reverse inventory → Skill3 re-review。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5/25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1. 總流程圖（完整 ASCII · 1/2）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與 smc_cg_skill_flow.md §1 一致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11430000" cy="52120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01600" tIns="101600" bIns="762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      +------------------+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      |  Pin confirmed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      |  Pinned SPEC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      |  Quality policy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      +--------+---------+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       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      +------------------+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      | Skill 1 Plan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      | draft FL/Plan/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      | Cards/packets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      +--------+---------+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       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      +------------------+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+----&gt;| Owner approve?   |----+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+--------+---------+    | no (candidate fix)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      | yes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      v    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+------------------+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| Skill 1.5 Impl   |&lt;---+  (also from amend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| one approved card|         after re-approve)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+--------+---------+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+------------------+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| Sim + kept log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+--------+---------+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+------------------+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| All CHK tokens?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+--+------+--------+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no   |      | yes          no (impl bug)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(contract)    |         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v      |           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Skill1 Amend |          Skill1.5 Rework --&gt; re-run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Skill 2 Fresh audit (NEW id)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6/25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1. 總流程圖（完整 ASCII · 2/2）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Skill2 grade → Skill3 peer → Done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11430000" cy="52120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01600" tIns="101600" bIns="762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+------------------+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| Grade result?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+--+------+--------+--+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NOT-READY CLOSED   stalled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   |      | 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class FIND|     Cancel + relaunch Skill2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   |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impl | contract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   v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Rework  Amend ---------&gt; Skill1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1.5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new log --&gt; Skill2 re-audit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  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         CLOSED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    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   +------------------+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   | More cards open?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   +--+-----------+---+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  yes |           | no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 Skill1.5    Skill 3 Fresh peer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 next card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             Peer result?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        INSUFF / FAIL / PASS / stalled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   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  Reverse inv / Amend / signoff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     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|        |        Milestone Done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              +--------+  (amend path returns to Skill1 draft)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7/25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2.1 Skill 2：audit ↔ rework ↔ re-audit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可多輪；Fresh auditor · NEW run_id · DELTA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143000"/>
            <a:ext cx="3017520" cy="640080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Impl done: tokens in log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71032" y="1828800"/>
            <a:ext cx="219456" cy="201168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2103120"/>
            <a:ext cx="3931920" cy="68580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Fresh Skill2 audit
NEW auditor.run_id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219456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stalled: cancel + relaunch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71032" y="2880360"/>
            <a:ext cx="219456" cy="182880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4754880" y="3108960"/>
            <a:ext cx="2651760" cy="1051560"/>
          </a:xfrm>
          <a:prstGeom prst="diamond">
            <a:avLst/>
          </a:prstGeom>
          <a:solidFill>
            <a:srgbClr val="9A3412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89120"/>
            <a:ext cx="4114800" cy="1188720"/>
          </a:xfrm>
          <a:prstGeom prst="roundRect">
            <a:avLst>
              <a:gd name="adj" fmla="val 12000"/>
            </a:avLst>
          </a:prstGeom>
          <a:solidFill>
            <a:srgbClr val="9A3412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NOT-READY
→ Grade FIND list → Class FIND
impl → Rework 1.5 → new log
→ Fresh Skill2 RE-AUDIT (+DELTA)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389120"/>
            <a:ext cx="4572000" cy="1188720"/>
          </a:xfrm>
          <a:prstGeom prst="roundRect">
            <a:avLst>
              <a:gd name="adj" fmla="val 12000"/>
            </a:avLst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EVIDENCE-CLOSED
→ Grade + DELTA (if re-audit)
→ Owner signoff → card done
→ next card / Skill3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契約錯 → Skill1 Amend → new/revised card → Impl → 回到 Fresh Skill2。禁止：削弱 checker、用舊 log。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8/25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2.1 Skill 2 迴路（完整 ASCII）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audit ↔ rework ↔ re-audit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52120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01600" tIns="101600" bIns="762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[Impl done: tokens in log]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  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+---------------------+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| Fresh Skill2 audit  |  &lt;---+  (stalled: cancel + relaunch)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| NEW auditor.run_id  |------+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+----------+----------+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   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    +------+------+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    | recommendation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    +--+--------+--+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       |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  NOT-READY   EVIDENCE-CLOSED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       |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       v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Grade FIND list     Grade + DELTA (if re-audit)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       |         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       v           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Class FIND            Owner signoff (card done)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 /        \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impl/exact  contract wrong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   | 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   v   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Skill1.5     Skill1 Amend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Rework 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   |    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New kept     New/revised card --&gt; Impl --&gt; Fresh Skill2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log sha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Fresh Skill2 RE-AUDIT (cite prior FIND CLOSED in DELTA)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still NOT-READY? --&gt; another rework round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CLOSED? ----------&gt; next card / Skill3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9/25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2.2 Skill 3：peer ↔ reverse ↔ re-review ↔ amend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全卡 Skill2 CLOSED 後啟動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097280"/>
            <a:ext cx="3931920" cy="548640"/>
          </a:xfrm>
          <a:prstGeom prst="roundRect">
            <a:avLst>
              <a:gd name="adj" fmla="val 12000"/>
            </a:avLst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All Skill2 grades CLOSED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71032" y="1691640"/>
            <a:ext cx="219456" cy="164592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1920240"/>
            <a:ext cx="3931920" cy="594360"/>
          </a:xfrm>
          <a:prstGeom prst="roundRect">
            <a:avLst>
              <a:gd name="adj" fmla="val 12000"/>
            </a:avLst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Fresh Skill3 peer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2011680"/>
            <a:ext cx="3200400" cy="41148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stalled: relaunch S3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71032" y="2606040"/>
            <a:ext cx="219456" cy="164592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4846320" y="2834640"/>
            <a:ext cx="2468880" cy="1005840"/>
          </a:xfrm>
          <a:prstGeom prst="diamond">
            <a:avLst/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peer
result?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114800"/>
            <a:ext cx="3566160" cy="1371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INSUFFICIENT
No reverse artifact
→ Indep Skill1 reverse
  (SPEC+boundary only)
→ Skill3 RE-REVIEW + DELTA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4114800"/>
            <a:ext cx="3566160" cy="1371600"/>
          </a:xfrm>
          <a:prstGeom prst="roundRect">
            <a:avLst>
              <a:gd name="adj" fmla="val 12000"/>
            </a:avLst>
          </a:prstGeom>
          <a:solidFill>
            <a:srgbClr val="9A3412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FAIL omission
→ Skill1 AMEND
→ Owner approve
→ 1.5 impl → Skill2
→ Skill3 RE-REVIEW again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114800"/>
            <a:ext cx="3566160" cy="1371600"/>
          </a:xfrm>
          <a:prstGeom prst="roundRect">
            <a:avLst>
              <a:gd name="adj" fmla="val 12000"/>
            </a:avLst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PASS
→ Owner signoff
→ Milestone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禁止：peer 內自己 derive reverse。產物：同路徑 PEER_AUDIT + DELTA。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10/25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2.2 Skill 3 迴路（完整 ASCII）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peer ↔ reverse ↔ re-review ↔ amend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52120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01600" tIns="101600" bIns="762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[All Skill2 grades CLOSED]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 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+---------------------+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| Fresh Skill3 peer   | &lt;---+ (stalled: cancel + relaunch)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+----------+----------+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  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   +------+------+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   | peer result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   +--+----+----+--+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      |    |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     IE   FAIL PASS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      |    |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      v    |    +--&gt; Owner signoff --&gt; Done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No reverse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artifact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Independent Skill1 reverse inventory (SPEC + boundary only)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Skill3 RE-REVIEW + DELTA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  |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FAIL  PASS --&gt; signoff --&gt; Done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omission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Skill1 AMEND (add missing interaction)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Owner approve --&gt; Skill1.5 impl --&gt; Skill2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    --&gt; Skill3 RE-REVIEW again --&gt; PASS or more amend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11/25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2.3 本 IP 實際時間序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SMC_CLOCK_GATING P1 真實路徑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1.5 Impl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實作 cards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94560" y="1417320"/>
            <a:ext cx="164592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7440" y="128016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9A3412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S2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965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NOT-READY FIND-001..N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14800" y="1417320"/>
            <a:ext cx="164592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1.5 Rework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65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new kept logs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35040" y="1417320"/>
            <a:ext cx="164592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S2 Re-audit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65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EVIDENCE-CLOSED ×7→×8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55280" y="1417320"/>
            <a:ext cx="164592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S3 Peer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965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INSUFFICIENT (no reverse)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875520" y="1417320"/>
            <a:ext cx="164592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0" y="128016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Reverse Inv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1965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candidate 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47472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9A3412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S3 Re-review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605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FAIL INT-ZEROER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194560" y="3611880"/>
            <a:ext cx="164592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377440" y="347472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S1 Amend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1605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INT-ZEROER + new card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114800" y="3611880"/>
            <a:ext cx="164592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97680" y="347472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1.5 + S2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1605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indep 2/2 CLOSED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035040" y="3611880"/>
            <a:ext cx="164592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0" y="347472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S3 Final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1605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PASS 19/19 CLEAN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955280" y="3611880"/>
            <a:ext cx="164592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38160" y="347472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Signoff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1605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P1 Done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三輪 Peer：INSUFFICIENT → FAIL (INT-ZEROER) → PASS 19/19 CLEAN → Owner signoff → P1 Done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12/25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2.4 Re-audit / Re-review 規則表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80560"/>
                <a:gridCol w="4480560"/>
              </a:tblGrid>
              <a:tr h="34747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項目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Skill2 re-audit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Skill3 re-review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觸發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grade = NOT-READY 且有新 log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無 reverse / FAIL / amend 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Fresh，新 run_id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Fresh，新 run_id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產物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同路徑 grade + DELTA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同路徑 PEER_AUDIT + DELTA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禁止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削弱 checker、用舊 log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peer 內自己 derive reverse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之後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CLOSED → 下一卡或 Skill3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PASS → owner signoff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13/25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3. 角色與產物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Hard constraints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  <a:gridCol w="2011680"/>
                <a:gridCol w="3200400"/>
                <a:gridCol w="1737360"/>
              </a:tblGrid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階段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誰做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產出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人閘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Skill 1  dv_vplan_gen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Fresh draft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FL / Plan / Cards / packets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Owner approve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Impl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Skill 1.5  dv_test_impl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Impl session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seq / test / testlist / kept log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選 env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Audit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Skill 2  dv_test_audit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Fresh auditor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grades/*_GRADE.md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Owner signoff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Peer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Skill 3  dv_peer_audit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Fresh peer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*_PEER_AUDIT.md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Owner signoff Done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Hard constraints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663440"/>
            <a:ext cx="2148840" cy="73152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禁止 DUT force/deposit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663440"/>
            <a:ext cx="2148840" cy="73152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Skill 1.5 不評分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4663440"/>
            <a:ext cx="2148840" cy="73152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Skill 2 不改契約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4663440"/>
            <a:ext cx="2148840" cy="73152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Skill 3 不 derive reverse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4663440"/>
            <a:ext cx="2148840" cy="73152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同 workspace 一次一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14/25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4. Skill 1 — Plan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dv_vplan_gen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463040"/>
            <a:ext cx="1554480" cy="96012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Pin confirmed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874520" y="1828800"/>
            <a:ext cx="128016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0" y="1463040"/>
            <a:ext cx="1554480" cy="96012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Fresh Skill1
(draft only)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66160" y="1828800"/>
            <a:ext cx="128016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03320" y="1463040"/>
            <a:ext cx="1554480" cy="96012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Freeze
feature list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57800" y="1828800"/>
            <a:ext cx="128016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94960" y="1463040"/>
            <a:ext cx="1554480" cy="96012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Plan + Cards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49440" y="1828800"/>
            <a:ext cx="128016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86600" y="1463040"/>
            <a:ext cx="1554480" cy="96012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Packets +
schema_check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641080" y="1828800"/>
            <a:ext cx="128016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8778240" y="1371600"/>
            <a:ext cx="1554480" cy="1097280"/>
          </a:xfrm>
          <a:prstGeom prst="diamond">
            <a:avLst/>
          </a:prstGeom>
          <a:solidFill>
            <a:srgbClr val="9A3412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Owner
approve?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332720" y="1828800"/>
            <a:ext cx="128016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469880" y="1463040"/>
            <a:ext cx="1554480" cy="960120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Handoff
Skill1.5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743200"/>
            <a:ext cx="3200400" cy="411480"/>
          </a:xfrm>
          <a:prstGeom prst="roundRect">
            <a:avLst>
              <a:gd name="adj" fmla="val 50000"/>
            </a:avLst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 → fix → Fresh Skill1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later: Amendment (DMA S3 / INT-ZEROER) → 再 approve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384048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72400"/>
              </a:tblGrid>
              <a:tr h="34747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事件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行為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初版核准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7 cards；4 defer P2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DMA S3 amend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card r2 keep-enabled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Skill3 FAIL amend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加 INT-ZEROER + smc_zeroer_cg_indep_test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15/25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5. Skill 1.5 — Impl 與 Rework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dv_test_impl · 禁止 force/deposit · 不評分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7490"/>
                </a:solidFill>
                <a:latin typeface="Calibri"/>
              </a:rPr>
              <a:t>5.1 初實作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926080" cy="502920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Approved card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926080" cy="502920"/>
          </a:xfrm>
          <a:prstGeom prst="roundRect">
            <a:avLst>
              <a:gd name="adj" fmla="val 12000"/>
            </a:avLst>
          </a:prstGeom>
          <a:solidFill>
            <a:srgbClr val="9A3412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Entry gates OK?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2926080" cy="502920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Env: cocotb+tb_top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83279"/>
            <a:ext cx="2926080" cy="502920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Write seq/test/testlist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2926080" cy="502920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run_dv.py → kept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63440"/>
            <a:ext cx="2926080" cy="502920"/>
          </a:xfrm>
          <a:prstGeom prst="roundRect">
            <a:avLst>
              <a:gd name="adj" fmla="val 12000"/>
            </a:avLst>
          </a:prstGeom>
          <a:solidFill>
            <a:srgbClr val="9A3412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All CHK tokens?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466344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yes → Skill2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544068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9A3412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 → Amend/Rework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45309"/>
                </a:solidFill>
                <a:latin typeface="Calibri"/>
              </a:rPr>
              <a:t>5.2 來自 Skill2 FIND 的 rework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2560320" cy="59436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ADDRESS-FROM-MAP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→ use smc_addr_map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331720"/>
            <a:ext cx="2560320" cy="59436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EXACT-EXPECTATION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→ tighten asserts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108960"/>
            <a:ext cx="2560320" cy="59436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Vacuous timing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→ measure real windows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886200"/>
            <a:ext cx="2560320" cy="59436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Unobservable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→ Skill1 amend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8463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結果：New kept log + sha256
→ Skill2 RE-AUDIT
常見修復：smc_addr_map / edges==N /
derived tokens / gate-off latency / i_te 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16/25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6. Skill 2 — Audit / Re-audit 狀態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路徑：hw/sys/smc/dv/tb/grades/&lt;anchor&gt;_GRADE.md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6858000" cy="50292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01600" tIns="101600" bIns="762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[*]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ImplDone (tokens in log)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FirstAudit (fresh Skill2)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|    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stalled        result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|    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relaunch      NOT-READY 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|              |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+--------------+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                    Rework15 or Amend1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                 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                   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                    ReAudit (new log)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                      |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                 NOT-READY    CLOSED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                      |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                      +----&lt;----+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                      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v                                  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(loop)                               Owner signoff --&gt; [*]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280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45309"/>
                </a:solidFill>
                <a:latin typeface="Calibri"/>
              </a:rPr>
              <a:t>檢查清單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783080"/>
            <a:ext cx="4114800" cy="50292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1. verify sha256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423160"/>
            <a:ext cx="4114800" cy="50292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2. entry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3063239"/>
            <a:ext cx="4114800" cy="50292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3. Layer1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703320"/>
            <a:ext cx="4114800" cy="50292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4. Layer2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4343400"/>
            <a:ext cx="4114800" cy="50292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5. CLOSED 或 NOT-READY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4983480"/>
            <a:ext cx="4114800" cy="50292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6. re-audit 寫 DELTA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17/25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7. Skill 3 — Peer / Re-review 狀態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本 IP 三輪：INSUFFICIENT → FAIL → PASS 19/19 CLEAN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11430000" cy="5120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01600" tIns="101600" bIns="762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[*]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ReadyForPeer (all Skill2 CLOSED)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PeerRun (fresh Skill3)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|         |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stalled   result     result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|         |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relaunch  INSUFFICIENT  FAIL omission 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|         |          |     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+---------+          |       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        v          |          Skill1 Amend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 ReverseGen        |     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 (indep Skill1)    |               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        |          |          Impl + Skill2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        v          |     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 PeerRereview &lt;----+---------------+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  |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FAIL      PASS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  |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onsolas"/>
              </a:rPr>
              <a:t> |            +----&gt; signoff --&gt; [*]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18/25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8. 迴路決策表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症狀 → 動作 → 接著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4114800"/>
              </a:tblGrid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症狀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動作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接著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Card 不可觀測 / SPEC 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Skill1 amend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1.5 → Skill2 audit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Skill2 NOT-READY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Skill1.5 rework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Skill2 re-audit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Skill2 契約性 FIND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Skill1 amend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1.5 → Skill2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無 reverse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獨立 reverse Skill1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Skill3 re-review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Reverse omission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Skill1 amend + 新測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1.5 → 2 → Skill3 re-review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子 session 卡住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CANCELLED relaunch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同 skill 新 run_id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全 CLOSED 未 signoff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Owner signoff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Milestone 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19/25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9. 同事指令模板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Copy-paste ready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5577840" cy="41148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Skill1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5577840" cy="19202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01600" tIns="101600" bIns="762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/dv_vplan_gen SMC_CLOCK_GATING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planning_dir: hw/sys/smc/dv/tb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pin: SMC_CLOCK_GATING_PIN.yaml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Fresh context. Draft only.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43000"/>
            <a:ext cx="5577840" cy="41148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Skill1.5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00200"/>
            <a:ext cx="5577840" cy="19202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01600" tIns="101600" bIns="762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/dv_test_impl &lt;CARD_ID&gt;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planning_dir: hw/sys/smc/dv/tb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env: cocotb + tb_top.sv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constraint: no force/deposit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703320"/>
            <a:ext cx="5577840" cy="41148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Skill2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160520"/>
            <a:ext cx="5577840" cy="19202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01600" tIns="101600" bIns="762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/dv_test_audit &lt;anchor&gt;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kept_log: &lt;NEW log path&gt;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log_sha256: &lt;hex&gt;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Fresh auditor. NEW run_id.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703320"/>
            <a:ext cx="5577840" cy="41148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Skill3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160520"/>
            <a:ext cx="5577840" cy="19202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01600" tIns="101600" bIns="762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/dv_peer_audit SMC_CLOCK_GATING milestone P1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grades: .../grades/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reverse_inventory: ...REVERSE...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onsolas"/>
              </a:rPr>
              <a:t>  Fresh peer. Do not re-derive reverse.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20/25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10. 產物地圖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hw/sys/smc/dv/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9144000" cy="5120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01600" tIns="101600" bIns="762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onsolas"/>
              </a:rPr>
              <a:t>hw/sys/smc/dv/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onsolas"/>
              </a:rPr>
              <a:t>├── docs/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onsolas"/>
              </a:rPr>
              <a:t>│   ├── smc_cg_skill_flow.md      &lt;- source of this deck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onsolas"/>
              </a:rPr>
              <a:t>│   ├── smc_cg_skill1.md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onsolas"/>
              </a:rPr>
              <a:t>│   ├── smc_cg_skill2.md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onsolas"/>
              </a:rPr>
              <a:t>│   └── smc_cg_skill3.md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onsolas"/>
              </a:rPr>
              <a:t>├── tb/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onsolas"/>
              </a:rPr>
              <a:t>│   ├── SMC_CLOCK_GATING_PIN.yaml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onsolas"/>
              </a:rPr>
              <a:t>│   ├── SMC_CLOCK_GATING_SPEC_FEATURE_LIST.md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onsolas"/>
              </a:rPr>
              <a:t>│   ├── SMC_CLOCK_GATING_TESTCASE_PLAN.md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onsolas"/>
              </a:rPr>
              <a:t>│   ├── SMC_CLOCK_GATING_VPLAN_DETAIL.md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onsolas"/>
              </a:rPr>
              <a:t>│   ├── SMC_CLOCK_GATING_*_REVIEW.md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onsolas"/>
              </a:rPr>
              <a:t>│   ├── SMC_CLOCK_GATING_REVERSE_FEATURE_INVENTORY.md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onsolas"/>
              </a:rPr>
              <a:t>│   ├── SMC_CLOCK_GATING_PEER_AUDIT.md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onsolas"/>
              </a:rPr>
              <a:t>│   ├── audit_status_smc_clock_gating.md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onsolas"/>
              </a:rPr>
              <a:t>│   └── grades/*_GRADE.md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onsolas"/>
              </a:rPr>
              <a:t>├── cocotb/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onsolas"/>
              </a:rPr>
              <a:t>├── testlists/clock.toml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onsolas"/>
              </a:rPr>
              <a:t>└── build/runs/.../logs/*.log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21/25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11. Milestone 狀態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P0 / P1 / P2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566160" cy="54864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P1 (Done)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1 Plan: approved + INT-ZEROER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1.5 Impl: 8/8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17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2 Audit: 8/8 CLOSED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20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3 Peer: PASS (insuff→FAIL→final)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023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Milestone: 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566160" cy="548640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P0 (Done · 08-05)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1 Plan: 3 feat / 4 cards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1.5 Impl: 4/4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017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2 Audit: 4/4 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520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3 Peer: PASS-WITH-FINDINGS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023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Milestone: 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566160" cy="54864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P2 (Done · 08-05)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1 Plan: 3 feat / 3 cards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1.5 Impl: 3/3 (+ NOGLITCH)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017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2 Audit: 3/3 × 4/4 PROVEN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520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3 Peer: INSUFFICIENT-EVIDENCE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023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→ owner review 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註：P0/P1 DFT re-opened (#4413) · P2 Done（non-DFT）
契約權威：tb/SMC_CLOCK_GATING_*.md front-matter；單卡證據：grades；milestone closure：*_PEER_AUDIT.md + owner Done。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22/25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12. Testplan（P1 in-milestone）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EVIDENCE-CLOSED + owner signoff → PASS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5943600"/>
                <a:gridCol w="182880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Checkers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smc_clk_multi_window_test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CHK-HYST-WINDOW, CHK-NONVAC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smc_clk_running_test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CHK-ACTIVE-RUNNING, CHK-NONVAC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smc_static_cg_sanity_test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CHK-MODULE-GATING / ENABLE-THRESHOLD / NONVAC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smc_dma_cg_activity_test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CHK-DMA-GATE-OFF / WAKEUP-* / GATING-DISABLED / NONVAC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smc_zeroer_axiclk_cg_test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CHK-ZAXI-* / NONVAC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smc_zeroer_regclk_cg_test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CHK-ZREG-* / NONVAC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smc_zeroer_cg_indep_test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CHK-ZINDEP-DECOUPLE, CHK-NONVAC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smc_cg_test_mode_bypass_test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CHK-DFT-BYPASS-* / NONVAC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FAIL #4413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943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共 8 tests（P1）。DFT bypass post-revert FAIL — 見 GitHub #4413。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23/25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  13. Testplan（P2 in-milestone）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  grades/*_P2_GRADE.md + owner signoff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116128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5669280"/>
                <a:gridCol w="1828800"/>
              </a:tblGrid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Checkers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smc_dma_cg_activity_test (P2)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CHK-DMA-HYST-SWEEP / RACE / NONVAC / TIMEOUT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smc_zeroer_axiclk_cg_test (P2 r2)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CHK-ZEROER-AXICLK-NOGLITCH / COMPLETION / …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smc_zeroer_regclk_cg_test (P2)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CHK-ZEROER-REGCLK-UNGATE / ACCESS-COMPLETE / 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共 3 P2 extensions · 全部 PASS（P2 Done）。
OutstandingTx / axi_cg_snoop 經 SF-001 waive，本表不列。
Skill3 F1/F2 經 owner review 接受。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SMC_CLOCK_GATING · DV Skill Flow  |  source: smc_cg_skill_flow.md  |  24/25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End of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權威來源：smc_cg_skill_flow.md
契約：tb/SMC_CLOCK_GATING_*.md
細節紀錄：smc_cg_skill1.md · skill2.md · skill3.md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